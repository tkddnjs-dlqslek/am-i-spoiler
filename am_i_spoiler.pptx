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182880"/>
            <a:ext cx="22860" cy="5349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1371600" cy="246888"/>
          </a:xfrm>
          <a:prstGeom prst="rect">
            <a:avLst>
              <a:gd name="adj" fmla="val 14815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NEW EXTENSION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31673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any video on YouTube.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know if it contains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spoilers — before you click.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114800"/>
            <a:ext cx="896112" cy="219456"/>
          </a:xfrm>
          <a:prstGeom prst="rect">
            <a:avLst>
              <a:gd name="adj" fmla="val 41667"/>
            </a:avLst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1148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✓ Ending included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399032" y="4114800"/>
            <a:ext cx="896112" cy="219456"/>
          </a:xfrm>
          <a:prstGeom prst="rect">
            <a:avLst>
              <a:gd name="adj" fmla="val 41667"/>
            </a:avLst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41148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✕ No ending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86584" y="4114800"/>
            <a:ext cx="896112" cy="219456"/>
          </a:xfrm>
          <a:prstGeom prst="rect">
            <a:avLst>
              <a:gd name="adj" fmla="val 41667"/>
            </a:avLst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6584" y="41148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Confidence: high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56432" y="0"/>
            <a:ext cx="5687568" cy="571500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201168"/>
            <a:ext cx="5623560" cy="347472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74320"/>
            <a:ext cx="804672" cy="182880"/>
          </a:xfrm>
          <a:prstGeom prst="rect">
            <a:avLst>
              <a:gd name="adj" fmla="val 15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743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YouTube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"/>
            <a:ext cx="2926080" cy="12801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685800"/>
            <a:ext cx="1691640" cy="1371600"/>
          </a:xfrm>
          <a:prstGeom prst="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685800"/>
            <a:ext cx="1691640" cy="914400"/>
          </a:xfrm>
          <a:prstGeom prst="rect">
            <a:avLst>
              <a:gd name="adj" fmla="val 5000"/>
            </a:avLst>
          </a:prstGeom>
          <a:solidFill>
            <a:srgbClr val="2A1A10"/>
          </a:solidFill>
          <a:ln w="12700">
            <a:solidFill>
              <a:srgbClr val="2A1A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1508760"/>
            <a:ext cx="1691640" cy="91440"/>
          </a:xfrm>
          <a:prstGeom prst="rect">
            <a:avLst/>
          </a:prstGeom>
          <a:solidFill>
            <a:srgbClr val="2A1A10"/>
          </a:solidFill>
          <a:ln w="12700">
            <a:solidFill>
              <a:srgbClr val="2A1A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380744"/>
            <a:ext cx="585216" cy="182880"/>
          </a:xfrm>
          <a:prstGeom prst="rect">
            <a:avLst>
              <a:gd name="adj" fmla="val 20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3807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Spoiler?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12464" y="1636776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Hitman Destroys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Clan After Falling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12464" y="1911096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Recapped · 11만회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477256" y="685800"/>
            <a:ext cx="1691640" cy="1371600"/>
          </a:xfrm>
          <a:prstGeom prst="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7256" y="685800"/>
            <a:ext cx="1691640" cy="914400"/>
          </a:xfrm>
          <a:prstGeom prst="rect">
            <a:avLst>
              <a:gd name="adj" fmla="val 5000"/>
            </a:avLst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7256" y="1508760"/>
            <a:ext cx="1691640" cy="91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636776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Twist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Saw Coming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32120" y="1911096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CineFix · 28만회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296912" y="685800"/>
            <a:ext cx="1691640" cy="1371600"/>
          </a:xfrm>
          <a:prstGeom prst="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685800"/>
            <a:ext cx="1691640" cy="914400"/>
          </a:xfrm>
          <a:prstGeom prst="rect">
            <a:avLst>
              <a:gd name="adj" fmla="val 5000"/>
            </a:avLst>
          </a:prstGeom>
          <a:solidFill>
            <a:srgbClr val="101A10"/>
          </a:solidFill>
          <a:ln w="12700">
            <a:solidFill>
              <a:srgbClr val="101A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1508760"/>
            <a:ext cx="1691640" cy="91440"/>
          </a:xfrm>
          <a:prstGeom prst="rect">
            <a:avLst/>
          </a:prstGeom>
          <a:solidFill>
            <a:srgbClr val="101A10"/>
          </a:solidFill>
          <a:ln w="12700">
            <a:solidFill>
              <a:srgbClr val="101A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51776" y="1636776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Explained: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Cut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51776" y="1911096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Fandango · 54만회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657600" y="2194560"/>
            <a:ext cx="1691640" cy="1371600"/>
          </a:xfrm>
          <a:prstGeom prst="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2194560"/>
            <a:ext cx="1691640" cy="914400"/>
          </a:xfrm>
          <a:prstGeom prst="rect">
            <a:avLst>
              <a:gd name="adj" fmla="val 5000"/>
            </a:avLst>
          </a:prstGeom>
          <a:solidFill>
            <a:srgbClr val="1A1020"/>
          </a:solidFill>
          <a:ln w="12700">
            <a:solidFill>
              <a:srgbClr val="1A1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0" y="3017520"/>
            <a:ext cx="1691640" cy="91440"/>
          </a:xfrm>
          <a:prstGeom prst="rect">
            <a:avLst/>
          </a:prstGeom>
          <a:solidFill>
            <a:srgbClr val="1A1020"/>
          </a:solidFill>
          <a:ln w="12700">
            <a:solidFill>
              <a:srgbClr val="1A1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12464" y="3145536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Clues You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in Episode 8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712464" y="3419856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ScreenRant · 92만회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477256" y="2194560"/>
            <a:ext cx="1691640" cy="1371600"/>
          </a:xfrm>
          <a:prstGeom prst="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7256" y="2194560"/>
            <a:ext cx="1691640" cy="914400"/>
          </a:xfrm>
          <a:prstGeom prst="rect">
            <a:avLst>
              <a:gd name="adj" fmla="val 5000"/>
            </a:avLst>
          </a:prstGeom>
          <a:solidFill>
            <a:srgbClr val="201510"/>
          </a:solidFill>
          <a:ln w="12700">
            <a:solidFill>
              <a:srgbClr val="2015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77256" y="3017520"/>
            <a:ext cx="1691640" cy="91440"/>
          </a:xfrm>
          <a:prstGeom prst="rect">
            <a:avLst/>
          </a:prstGeom>
          <a:solidFill>
            <a:srgbClr val="201510"/>
          </a:solidFill>
          <a:ln w="12700">
            <a:solidFill>
              <a:srgbClr val="2015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3145536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Holes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Season 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32120" y="3419856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WatchMojo · 7만회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296912" y="2194560"/>
            <a:ext cx="1691640" cy="1371600"/>
          </a:xfrm>
          <a:prstGeom prst="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96912" y="2194560"/>
            <a:ext cx="1691640" cy="914400"/>
          </a:xfrm>
          <a:prstGeom prst="rect">
            <a:avLst>
              <a:gd name="adj" fmla="val 5000"/>
            </a:avLst>
          </a:prstGeom>
          <a:solidFill>
            <a:srgbClr val="0F1520"/>
          </a:solidFill>
          <a:ln w="12700">
            <a:solidFill>
              <a:srgbClr val="0F15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96912" y="3017520"/>
            <a:ext cx="1691640" cy="91440"/>
          </a:xfrm>
          <a:prstGeom prst="rect">
            <a:avLst/>
          </a:prstGeom>
          <a:solidFill>
            <a:srgbClr val="0F1520"/>
          </a:solidFill>
          <a:ln w="12700">
            <a:solidFill>
              <a:srgbClr val="0F15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51776" y="3145536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Ending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Full Movie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351776" y="3419856"/>
            <a:ext cx="15819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Looper · 44만회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any video. Know if it's a </a:t>
            </a:r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777777"/>
                </a:solidFill>
              </a:rPr>
              <a:t>AM I SPOILER? — AI-powered YouTube spoiler detector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1042416"/>
            <a:ext cx="8503920" cy="4462272"/>
          </a:xfrm>
          <a:prstGeom prst="rect">
            <a:avLst>
              <a:gd name="adj" fmla="val 204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42416"/>
            <a:ext cx="8503920" cy="329184"/>
          </a:xfrm>
          <a:prstGeom prst="rect">
            <a:avLst>
              <a:gd name="adj" fmla="val 27778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07008"/>
            <a:ext cx="8503920" cy="16459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521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152144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1521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115568"/>
            <a:ext cx="3474720" cy="182880"/>
          </a:xfrm>
          <a:prstGeom prst="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1155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youtube.com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8503920" cy="4133088"/>
          </a:xfrm>
          <a:prstGeom prst="rect">
            <a:avLst>
              <a:gd name="adj" fmla="val 2212"/>
            </a:avLst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71600"/>
            <a:ext cx="8503920" cy="91440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463040"/>
            <a:ext cx="8321040" cy="292608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" y="1527048"/>
            <a:ext cx="868680" cy="164592"/>
          </a:xfrm>
          <a:prstGeom prst="rect">
            <a:avLst>
              <a:gd name="adj" fmla="val 16667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52704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YouTube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08760" y="1545336"/>
            <a:ext cx="3840480" cy="128016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1865376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1865376"/>
            <a:ext cx="1874520" cy="777240"/>
          </a:xfrm>
          <a:prstGeom prst="rect">
            <a:avLst>
              <a:gd name="adj" fmla="val 5882"/>
            </a:avLst>
          </a:prstGeom>
          <a:solidFill>
            <a:srgbClr val="2A1A10"/>
          </a:solidFill>
          <a:ln w="12700">
            <a:solidFill>
              <a:srgbClr val="2A1A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2569464"/>
            <a:ext cx="1874520" cy="73152"/>
          </a:xfrm>
          <a:prstGeom prst="rect">
            <a:avLst/>
          </a:prstGeom>
          <a:solidFill>
            <a:srgbClr val="2A1A10"/>
          </a:solidFill>
          <a:ln w="12700">
            <a:solidFill>
              <a:srgbClr val="2A1A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19072" y="2423160"/>
            <a:ext cx="566928" cy="182880"/>
          </a:xfrm>
          <a:prstGeom prst="rect">
            <a:avLst>
              <a:gd name="adj" fmla="val 20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19072" y="24231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Spoiler?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" y="267004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Hitman Destroys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Clan — Falling in Love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30352" y="2916936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Recapped · 11만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450592" y="1865376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50592" y="1865376"/>
            <a:ext cx="1874520" cy="777240"/>
          </a:xfrm>
          <a:prstGeom prst="rect">
            <a:avLst>
              <a:gd name="adj" fmla="val 5882"/>
            </a:avLst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2569464"/>
            <a:ext cx="1874520" cy="7315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96312" y="267004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Twist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Saw Coming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496312" y="2916936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CineFix · 28만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416552" y="1865376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16552" y="1865376"/>
            <a:ext cx="1874520" cy="777240"/>
          </a:xfrm>
          <a:prstGeom prst="rect">
            <a:avLst>
              <a:gd name="adj" fmla="val 5882"/>
            </a:avLst>
          </a:prstGeom>
          <a:solidFill>
            <a:srgbClr val="101A10"/>
          </a:solidFill>
          <a:ln w="12700">
            <a:solidFill>
              <a:srgbClr val="101A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16552" y="2569464"/>
            <a:ext cx="1874520" cy="73152"/>
          </a:xfrm>
          <a:prstGeom prst="rect">
            <a:avLst/>
          </a:prstGeom>
          <a:solidFill>
            <a:srgbClr val="101A10"/>
          </a:solidFill>
          <a:ln w="12700">
            <a:solidFill>
              <a:srgbClr val="101A1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67004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Explained: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Cut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462272" y="2916936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Fandango · 54만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6382512" y="1865376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1865376"/>
            <a:ext cx="1874520" cy="777240"/>
          </a:xfrm>
          <a:prstGeom prst="rect">
            <a:avLst>
              <a:gd name="adj" fmla="val 5882"/>
            </a:avLst>
          </a:prstGeom>
          <a:solidFill>
            <a:srgbClr val="1A1020"/>
          </a:solidFill>
          <a:ln w="12700">
            <a:solidFill>
              <a:srgbClr val="1A10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2512" y="2569464"/>
            <a:ext cx="1874520" cy="73152"/>
          </a:xfrm>
          <a:prstGeom prst="rect">
            <a:avLst/>
          </a:prstGeom>
          <a:solidFill>
            <a:srgbClr val="1A1020"/>
          </a:solidFill>
          <a:ln w="12700">
            <a:solidFill>
              <a:srgbClr val="1A1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67004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Clues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Episode 8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428232" y="2916936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ScreenRant · 92만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84632" y="3163824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" y="3163824"/>
            <a:ext cx="1874520" cy="777240"/>
          </a:xfrm>
          <a:prstGeom prst="rect">
            <a:avLst>
              <a:gd name="adj" fmla="val 5882"/>
            </a:avLst>
          </a:prstGeom>
          <a:solidFill>
            <a:srgbClr val="201510"/>
          </a:solidFill>
          <a:ln w="12700">
            <a:solidFill>
              <a:srgbClr val="2015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" y="3867912"/>
            <a:ext cx="1874520" cy="73152"/>
          </a:xfrm>
          <a:prstGeom prst="rect">
            <a:avLst/>
          </a:prstGeom>
          <a:solidFill>
            <a:srgbClr val="201510"/>
          </a:solidFill>
          <a:ln w="12700">
            <a:solidFill>
              <a:srgbClr val="2015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9684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Holes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S2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30352" y="4215384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WatchMojo · 7만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450592" y="3163824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0592" y="3163824"/>
            <a:ext cx="1874520" cy="777240"/>
          </a:xfrm>
          <a:prstGeom prst="rect">
            <a:avLst>
              <a:gd name="adj" fmla="val 5882"/>
            </a:avLst>
          </a:prstGeom>
          <a:solidFill>
            <a:srgbClr val="0F1520"/>
          </a:solidFill>
          <a:ln w="12700">
            <a:solidFill>
              <a:srgbClr val="0F15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50592" y="3867912"/>
            <a:ext cx="1874520" cy="73152"/>
          </a:xfrm>
          <a:prstGeom prst="rect">
            <a:avLst/>
          </a:prstGeom>
          <a:solidFill>
            <a:srgbClr val="0F1520"/>
          </a:solidFill>
          <a:ln w="12700">
            <a:solidFill>
              <a:srgbClr val="0F15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6312" y="39684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Ending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496312" y="4215384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Looper · 44만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416552" y="3163824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16552" y="3163824"/>
            <a:ext cx="1874520" cy="777240"/>
          </a:xfrm>
          <a:prstGeom prst="rect">
            <a:avLst>
              <a:gd name="adj" fmla="val 5882"/>
            </a:avLst>
          </a:prstGeom>
          <a:solidFill>
            <a:srgbClr val="1A1015"/>
          </a:solidFill>
          <a:ln w="12700">
            <a:solidFill>
              <a:srgbClr val="1A10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16552" y="3867912"/>
            <a:ext cx="1874520" cy="73152"/>
          </a:xfrm>
          <a:prstGeom prst="rect">
            <a:avLst/>
          </a:prstGeom>
          <a:solidFill>
            <a:srgbClr val="1A1015"/>
          </a:solidFill>
          <a:ln w="12700">
            <a:solidFill>
              <a:srgbClr val="1A101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2272" y="39684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Last Scene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462272" y="4215384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NerdSync · 12만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382512" y="3163824"/>
            <a:ext cx="1874520" cy="1188720"/>
          </a:xfrm>
          <a:prstGeom prst="rect">
            <a:avLst>
              <a:gd name="adj" fmla="val 384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82512" y="3163824"/>
            <a:ext cx="1874520" cy="777240"/>
          </a:xfrm>
          <a:prstGeom prst="rect">
            <a:avLst>
              <a:gd name="adj" fmla="val 5882"/>
            </a:avLst>
          </a:prstGeom>
          <a:solidFill>
            <a:srgbClr val="10151A"/>
          </a:solidFill>
          <a:ln w="12700">
            <a:solidFill>
              <a:srgbClr val="1015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82512" y="3867912"/>
            <a:ext cx="1874520" cy="73152"/>
          </a:xfrm>
          <a:prstGeom prst="rect">
            <a:avLst/>
          </a:prstGeom>
          <a:solidFill>
            <a:srgbClr val="10151A"/>
          </a:solidFill>
          <a:ln w="12700">
            <a:solidFill>
              <a:srgbClr val="1015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39684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Happened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428232" y="4215384"/>
            <a:ext cx="1783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FilmJoy · 8만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</a:t>
            </a:r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777777"/>
                </a:solidFill>
              </a:rPr>
              <a:t>CONFIDENCE SCORE  +  REASON  +  OTT AVAILABILITY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4206240"/>
          </a:xfrm>
          <a:prstGeom prst="rect">
            <a:avLst>
              <a:gd name="adj" fmla="val 2174"/>
            </a:avLst>
          </a:prstGeom>
          <a:solidFill>
            <a:srgbClr val="1A3A24"/>
          </a:solidFill>
          <a:ln w="12700">
            <a:solidFill>
              <a:srgbClr val="1A3A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" y="1088136"/>
            <a:ext cx="219456" cy="219456"/>
          </a:xfrm>
          <a:prstGeom prst="ellipse">
            <a:avLst/>
          </a:prstGeom>
          <a:solidFill>
            <a:srgbClr val="2D7A45"/>
          </a:solidFill>
          <a:ln w="12700">
            <a:solidFill>
              <a:srgbClr val="2D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88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0698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Included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47872" y="1097280"/>
            <a:ext cx="804672" cy="182880"/>
          </a:xfrm>
          <a:prstGeom prst="rect">
            <a:avLst>
              <a:gd name="adj" fmla="val 30000"/>
            </a:avLst>
          </a:prstGeom>
          <a:solidFill>
            <a:srgbClr val="2A5232"/>
          </a:solidFill>
          <a:ln w="12700">
            <a:solidFill>
              <a:srgbClr val="2A5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0972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DE8A0"/>
                </a:solidFill>
              </a:rPr>
              <a:t>Confidence: 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0624" y="146304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E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description explicitly states it is a "Movie Story Recapped," and the video chapters include a dedicated "Ending" section at 12:11. The ~12-minute duration is sufficient for a complete recap including the ending.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3108960"/>
            <a:ext cx="3986784" cy="0"/>
          </a:xfrm>
          <a:prstGeom prst="line">
            <a:avLst/>
          </a:prstGeom>
          <a:noFill/>
          <a:ln w="6350">
            <a:solidFill>
              <a:srgbClr val="4A6A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1A3A24"/>
          </a:solidFill>
          <a:ln w="6350">
            <a:solidFill>
              <a:srgbClr val="4A6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CBB"/>
                </a:solidFill>
              </a:rPr>
              <a:t>⊘  No Ads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3502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1A3A24"/>
          </a:solidFill>
          <a:ln w="6350">
            <a:solidFill>
              <a:srgbClr val="4A6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502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CBB"/>
                </a:solidFill>
              </a:rPr>
              <a:t>▶  Ended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4048" y="3456432"/>
            <a:ext cx="3986784" cy="0"/>
          </a:xfrm>
          <a:prstGeom prst="line">
            <a:avLst/>
          </a:prstGeom>
          <a:noFill/>
          <a:ln w="6350">
            <a:solidFill>
              <a:srgbClr val="4A6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5478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E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Man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3785616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 ·  Action / Thriller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3959352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hitman falls in love with a single mother and decides to leave his profession behind. However, his ex-colleagues from his criminal organization pursue him for abandoning his job, leading to violent conflict.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4206240"/>
          </a:xfrm>
          <a:prstGeom prst="rect">
            <a:avLst>
              <a:gd name="adj" fmla="val 2174"/>
            </a:avLst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1088136"/>
            <a:ext cx="219456" cy="219456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088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06984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36992" y="1097280"/>
            <a:ext cx="804672" cy="182880"/>
          </a:xfrm>
          <a:prstGeom prst="rect">
            <a:avLst>
              <a:gd name="adj" fmla="val 30000"/>
            </a:avLst>
          </a:prstGeom>
          <a:solidFill>
            <a:srgbClr val="5A202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10972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8888"/>
                </a:solidFill>
              </a:rPr>
              <a:t>Confidence: high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09744" y="1463040"/>
            <a:ext cx="3913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description cuts off mid-sentence ("eventually fal") and the duration is only 8 minutes, which is too short to cover a complete movie ending. This appears to be a partial story recap rather than a full ending analysis.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3108960"/>
            <a:ext cx="3986784" cy="0"/>
          </a:xfrm>
          <a:prstGeom prst="line">
            <a:avLst/>
          </a:prstGeom>
          <a:noFill/>
          <a:ln w="6350">
            <a:solidFill>
              <a:srgbClr val="6A3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974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3A1A1A"/>
          </a:solidFill>
          <a:ln w="6350">
            <a:solidFill>
              <a:srgbClr val="6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AAAA"/>
                </a:solidFill>
              </a:rPr>
              <a:t>⊘  No Ads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2414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3A1A1A"/>
          </a:solidFill>
          <a:ln w="6350">
            <a:solidFill>
              <a:srgbClr val="6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2414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AAAA"/>
                </a:solidFill>
              </a:rPr>
              <a:t>▶  Ended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73168" y="3456432"/>
            <a:ext cx="3986784" cy="0"/>
          </a:xfrm>
          <a:prstGeom prst="line">
            <a:avLst/>
          </a:prstGeom>
          <a:noFill/>
          <a:ln w="6350">
            <a:solidFill>
              <a:srgbClr val="6A3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5478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 Cyborg But That's 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9744" y="3785616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  ·  Comedy / Drama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3959352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South Korean comedy-drama-romance film directed by Park Chan-wook about a girl who believes she is a cyborg placed in a mental hospital, where she meets other patients and develops relationships.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</a:t>
            </a:r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verdict,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time.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555555"/>
                </a:solidFill>
              </a:rPr>
              <a:t>AI-POWERED  ·  CONFIDENCE SCORE  ·  OTT AVAILABILITY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370832" y="274320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VS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206240"/>
          </a:xfrm>
          <a:prstGeom prst="rect">
            <a:avLst>
              <a:gd name="adj" fmla="val 2198"/>
            </a:avLst>
          </a:prstGeom>
          <a:solidFill>
            <a:srgbClr val="1A3A24"/>
          </a:solidFill>
          <a:ln w="12700">
            <a:solidFill>
              <a:srgbClr val="1A3A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088136"/>
            <a:ext cx="219456" cy="219456"/>
          </a:xfrm>
          <a:prstGeom prst="ellipse">
            <a:avLst/>
          </a:prstGeom>
          <a:solidFill>
            <a:srgbClr val="2D7A45"/>
          </a:solidFill>
          <a:ln w="12700">
            <a:solidFill>
              <a:srgbClr val="2D7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88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69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Included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097280"/>
            <a:ext cx="804672" cy="182880"/>
          </a:xfrm>
          <a:prstGeom prst="rect">
            <a:avLst>
              <a:gd name="adj" fmla="val 30000"/>
            </a:avLst>
          </a:prstGeom>
          <a:solidFill>
            <a:srgbClr val="2A5232"/>
          </a:solidFill>
          <a:ln w="12700">
            <a:solidFill>
              <a:srgbClr val="2A5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0972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DE8A0"/>
                </a:solidFill>
              </a:rPr>
              <a:t>Confidence: 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38679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4E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description explicitly states it is a "Movie Story Recapped," and the video chapters include a dedicated "Ending" section at 12:11. The ~12-minute duration is sufficient for a complete recap including the ending.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108960"/>
            <a:ext cx="3941064" cy="0"/>
          </a:xfrm>
          <a:prstGeom prst="line">
            <a:avLst/>
          </a:prstGeom>
          <a:noFill/>
          <a:ln w="6350">
            <a:solidFill>
              <a:srgbClr val="4A6A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1A3A24"/>
          </a:solidFill>
          <a:ln w="6350">
            <a:solidFill>
              <a:srgbClr val="4A6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CBB"/>
                </a:solidFill>
              </a:rPr>
              <a:t>⊘  No Ads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3502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1A3A24"/>
          </a:solidFill>
          <a:ln w="6350">
            <a:solidFill>
              <a:srgbClr val="4A6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CCBB"/>
                </a:solidFill>
              </a:rPr>
              <a:t>▶  Ended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3456432"/>
            <a:ext cx="3941064" cy="0"/>
          </a:xfrm>
          <a:prstGeom prst="line">
            <a:avLst/>
          </a:prstGeom>
          <a:noFill/>
          <a:ln w="6350">
            <a:solidFill>
              <a:srgbClr val="4A6A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547872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E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Man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3785616"/>
            <a:ext cx="3867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 ·  Action / Thriller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3959352"/>
            <a:ext cx="3867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hitman falls in love with a single mother and decides to leave his profession behind. However, his ex-colleagues from his criminal organization pursue him for abandoning his job, leading to violent conflict.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160520" cy="4206240"/>
          </a:xfrm>
          <a:prstGeom prst="rect">
            <a:avLst>
              <a:gd name="adj" fmla="val 2198"/>
            </a:avLst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55464" y="1088136"/>
            <a:ext cx="219456" cy="219456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1088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10698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36992" y="1097280"/>
            <a:ext cx="804672" cy="182880"/>
          </a:xfrm>
          <a:prstGeom prst="rect">
            <a:avLst>
              <a:gd name="adj" fmla="val 30000"/>
            </a:avLst>
          </a:prstGeom>
          <a:solidFill>
            <a:srgbClr val="5A202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10972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8888"/>
                </a:solidFill>
              </a:rPr>
              <a:t>Confidence: high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55464" y="1463040"/>
            <a:ext cx="38679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description cuts off mid-sentence ("eventually fal") and the duration is only 8 minutes, which is too short to cover a complete movie ending. This appears to be a partial story recap rather than a full ending analysis.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3108960"/>
            <a:ext cx="3941064" cy="0"/>
          </a:xfrm>
          <a:prstGeom prst="line">
            <a:avLst/>
          </a:prstGeom>
          <a:noFill/>
          <a:ln w="6350">
            <a:solidFill>
              <a:srgbClr val="6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3A1A1A"/>
          </a:solidFill>
          <a:ln w="6350">
            <a:solidFill>
              <a:srgbClr val="6A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AAAA"/>
                </a:solidFill>
              </a:rPr>
              <a:t>⊘  No Ads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69864" y="3182112"/>
            <a:ext cx="786384" cy="182880"/>
          </a:xfrm>
          <a:prstGeom prst="rect">
            <a:avLst>
              <a:gd name="adj" fmla="val 20000"/>
            </a:avLst>
          </a:prstGeom>
          <a:solidFill>
            <a:srgbClr val="3A1A1A"/>
          </a:solidFill>
          <a:ln w="6350">
            <a:solidFill>
              <a:srgbClr val="6A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9864" y="318211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AAAA"/>
                </a:solidFill>
              </a:rPr>
              <a:t>▶  Ended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18888" y="3456432"/>
            <a:ext cx="3941064" cy="0"/>
          </a:xfrm>
          <a:prstGeom prst="line">
            <a:avLst/>
          </a:prstGeom>
          <a:noFill/>
          <a:ln w="6350">
            <a:solidFill>
              <a:srgbClr val="6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3547872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 Cyborg But That's Ok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55464" y="3785616"/>
            <a:ext cx="3867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  ·  Comedy / Drama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55464" y="3959352"/>
            <a:ext cx="3867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South Korean comedy-drama-romance film directed by Park Chan-wook about a girl who believes she is a cyborg placed in a mental hospital, where she meets other patients and develops relationships.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 I Spoiler?</dc:title>
  <dc:subject>PptxGenJS Presentation</dc:subject>
  <dc:creator>PptxGenJS</dc:creator>
  <cp:lastModifiedBy>PptxGenJS</cp:lastModifiedBy>
  <cp:revision>1</cp:revision>
  <dcterms:created xsi:type="dcterms:W3CDTF">2026-03-26T15:56:45Z</dcterms:created>
  <dcterms:modified xsi:type="dcterms:W3CDTF">2026-03-26T15:56:45Z</dcterms:modified>
</cp:coreProperties>
</file>